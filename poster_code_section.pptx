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572000" cy="8357616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256032"/>
          </a:xfrm>
          <a:prstGeom prst="rect">
            <a:avLst/>
          </a:prstGeom>
          <a:solidFill>
            <a:srgbClr val="1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00" b="1">
                <a:solidFill>
                  <a:srgbClr val="FFFFFF"/>
                </a:solidFill>
              </a:rPr>
              <a:t>  SYSTEM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9184" y="274320"/>
            <a:ext cx="4078224" cy="1252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•  Backlit light board illuminates tools from below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•  Camera mounted overhead captures tool silhouette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•  Raspberry Pi runs the full processing pipeline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•  ArUco marker provides automatic real-world scale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•  Outline expanded for foam insert clearance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•  SVG sent to laser cutter → foam shadow board insert</a:t>
            </a:r>
          </a:p>
        </p:txBody>
      </p:sp>
      <p:sp>
        <p:nvSpPr>
          <p:cNvPr id="4" name="Rectangle 3"/>
          <p:cNvSpPr/>
          <p:nvPr/>
        </p:nvSpPr>
        <p:spPr>
          <a:xfrm>
            <a:off x="164592" y="1572768"/>
            <a:ext cx="4242816" cy="9144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664208"/>
            <a:ext cx="4572000" cy="256032"/>
          </a:xfrm>
          <a:prstGeom prst="rect">
            <a:avLst/>
          </a:prstGeom>
          <a:solidFill>
            <a:srgbClr val="1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00" b="1">
                <a:solidFill>
                  <a:srgbClr val="FFFFFF"/>
                </a:solidFill>
              </a:rPr>
              <a:t>  PROCESSING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2" y="1938528"/>
            <a:ext cx="804672" cy="384048"/>
          </a:xfrm>
          <a:prstGeom prst="rect">
            <a:avLst/>
          </a:prstGeom>
          <a:solidFill>
            <a:srgbClr val="2E7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capture.py
</a:t>
            </a:r>
            <a:r>
              <a:rPr sz="700">
                <a:solidFill>
                  <a:srgbClr val="CCE8F4"/>
                </a:solidFill>
              </a:rPr>
              <a:t>Photo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011680"/>
            <a:ext cx="12801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2E7D9E"/>
                </a:solidFill>
              </a:rPr>
              <a:t>›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3856" y="1938528"/>
            <a:ext cx="804672" cy="384048"/>
          </a:xfrm>
          <a:prstGeom prst="rect">
            <a:avLst/>
          </a:prstGeom>
          <a:solidFill>
            <a:srgbClr val="2E7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process.py
</a:t>
            </a:r>
            <a:r>
              <a:rPr sz="700">
                <a:solidFill>
                  <a:srgbClr val="CCE8F4"/>
                </a:solidFill>
              </a:rPr>
              <a:t>Silhouette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6816" y="2011680"/>
            <a:ext cx="12801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2E7D9E"/>
                </a:solidFill>
              </a:rPr>
              <a:t>›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03120" y="1938528"/>
            <a:ext cx="804672" cy="384048"/>
          </a:xfrm>
          <a:prstGeom prst="rect">
            <a:avLst/>
          </a:prstGeom>
          <a:solidFill>
            <a:srgbClr val="2E7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vectorize.py
</a:t>
            </a:r>
            <a:r>
              <a:rPr sz="700">
                <a:solidFill>
                  <a:srgbClr val="CCE8F4"/>
                </a:solidFill>
              </a:rPr>
              <a:t>SVG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011680"/>
            <a:ext cx="12801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2E7D9E"/>
                </a:solidFill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72384" y="1938528"/>
            <a:ext cx="804672" cy="384048"/>
          </a:xfrm>
          <a:prstGeom prst="rect">
            <a:avLst/>
          </a:prstGeom>
          <a:solidFill>
            <a:srgbClr val="2E7D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 b="1">
                <a:solidFill>
                  <a:srgbClr val="FFFFFF"/>
                </a:solidFill>
              </a:rPr>
              <a:t>export.py
</a:t>
            </a:r>
            <a:r>
              <a:rPr sz="700">
                <a:solidFill>
                  <a:srgbClr val="CCE8F4"/>
                </a:solidFill>
              </a:rPr>
              <a:t>Laser File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" y="2468880"/>
            <a:ext cx="40782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•  capture.py  — Pi camera JPEG capture, locked WB &amp; focus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•  process.py  — Undistort → detect scale → extract silhouette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•  vectorize.py — Binary mask → SVG path via vtracer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•  export.py   — Patch SVG to real-world mm for laser cutter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•  config.py   — All tunable parameters in one place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4592" y="3566160"/>
            <a:ext cx="4242816" cy="9144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3657600"/>
            <a:ext cx="4572000" cy="256032"/>
          </a:xfrm>
          <a:prstGeom prst="rect">
            <a:avLst/>
          </a:prstGeom>
          <a:solidFill>
            <a:srgbClr val="1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00" b="1">
                <a:solidFill>
                  <a:srgbClr val="FFFFFF"/>
                </a:solidFill>
              </a:rPr>
              <a:t>  HARDWARE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" y="3931920"/>
            <a:ext cx="40782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•  Raspberry Pi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•  Pi Camera Module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•  Backlit light board (8" × 11.5")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•  Printed ArUco marker (20mm reference)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•  Laser cutter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592" y="5029200"/>
            <a:ext cx="4242816" cy="9144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5120640"/>
            <a:ext cx="4572000" cy="256032"/>
          </a:xfrm>
          <a:prstGeom prst="rect">
            <a:avLst/>
          </a:prstGeom>
          <a:solidFill>
            <a:srgbClr val="1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00" b="1">
                <a:solidFill>
                  <a:srgbClr val="FFFFFF"/>
                </a:solidFill>
              </a:rPr>
              <a:t>  SOFTWARE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" y="5394959"/>
            <a:ext cx="407822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•  Python 3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•  Picamera2  — camera capture &amp; control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•  OpenCV  — distortion correction, ArUco detection, thresholding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•  NumPy  — image array math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•  vtracer  — bitmap-to-SVG vectorization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" y="6492240"/>
            <a:ext cx="4242816" cy="9144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6583679"/>
            <a:ext cx="4572000" cy="256032"/>
          </a:xfrm>
          <a:prstGeom prst="rect">
            <a:avLst/>
          </a:prstGeom>
          <a:solidFill>
            <a:srgbClr val="1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1000" b="1">
                <a:solidFill>
                  <a:srgbClr val="FFFFFF"/>
                </a:solidFill>
              </a:rPr>
              <a:t>  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" y="6857999"/>
            <a:ext cx="4078224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222222"/>
                </a:solidFill>
              </a:rPr>
              <a:t>•  SVG cut file with real-world mm dimensions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•  Hairline strokes formatted for laser cutter</a:t>
            </a:r>
          </a:p>
          <a:p>
            <a:pPr algn="l"/>
            <a:r>
              <a:rPr sz="900">
                <a:solidFill>
                  <a:srgbClr val="222222"/>
                </a:solidFill>
              </a:rPr>
              <a:t>•  Laser-cut foam shadow insert for toolbox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4592" y="7552943"/>
            <a:ext cx="4242816" cy="9144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64592" y="7644383"/>
            <a:ext cx="731520" cy="210312"/>
          </a:xfrm>
          <a:prstGeom prst="rect">
            <a:avLst/>
          </a:prstGeom>
          <a:solidFill>
            <a:srgbClr val="1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Python 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9264" y="7644383"/>
            <a:ext cx="594359" cy="210312"/>
          </a:xfrm>
          <a:prstGeom prst="rect">
            <a:avLst/>
          </a:prstGeom>
          <a:solidFill>
            <a:srgbClr val="1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OpenCV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36776" y="7644383"/>
            <a:ext cx="800100" cy="210312"/>
          </a:xfrm>
          <a:prstGeom prst="rect">
            <a:avLst/>
          </a:prstGeom>
          <a:solidFill>
            <a:srgbClr val="1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Picamera2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510028" y="7644383"/>
            <a:ext cx="662940" cy="210312"/>
          </a:xfrm>
          <a:prstGeom prst="rect">
            <a:avLst/>
          </a:prstGeom>
          <a:solidFill>
            <a:srgbClr val="1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vtracer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46120" y="7644383"/>
            <a:ext cx="525780" cy="210312"/>
          </a:xfrm>
          <a:prstGeom prst="rect">
            <a:avLst/>
          </a:prstGeom>
          <a:solidFill>
            <a:srgbClr val="1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NumPy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4592" y="7918703"/>
            <a:ext cx="1005839" cy="210312"/>
          </a:xfrm>
          <a:prstGeom prst="rect">
            <a:avLst/>
          </a:prstGeom>
          <a:solidFill>
            <a:srgbClr val="1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Raspberry Pi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243584" y="7918703"/>
            <a:ext cx="525780" cy="210312"/>
          </a:xfrm>
          <a:prstGeom prst="rect">
            <a:avLst/>
          </a:prstGeom>
          <a:solidFill>
            <a:srgbClr val="1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ArUco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842515" y="7918703"/>
            <a:ext cx="388620" cy="210312"/>
          </a:xfrm>
          <a:prstGeom prst="rect">
            <a:avLst/>
          </a:prstGeom>
          <a:solidFill>
            <a:srgbClr val="1A3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800">
                <a:solidFill>
                  <a:srgbClr val="FFFFFF"/>
                </a:solidFill>
              </a:rPr>
              <a:t>SVG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
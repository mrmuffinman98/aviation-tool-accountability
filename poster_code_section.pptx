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572000" cy="3657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256032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CODE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64592" y="347472"/>
            <a:ext cx="804672" cy="384048"/>
          </a:xfrm>
          <a:prstGeom prst="rect">
            <a:avLst/>
          </a:prstGeom>
          <a:solidFill>
            <a:srgbClr val="2E7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capture.py
</a:t>
            </a:r>
            <a:r>
              <a:rPr sz="700" b="0">
                <a:solidFill>
                  <a:srgbClr val="CCE8F4"/>
                </a:solidFill>
              </a:rPr>
              <a:t>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42062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9E"/>
                </a:solidFill>
              </a:rPr>
              <a:t>›</a:t>
            </a:r>
          </a:p>
        </p:txBody>
      </p:sp>
      <p:sp>
        <p:nvSpPr>
          <p:cNvPr id="5" name="Rectangle 4"/>
          <p:cNvSpPr/>
          <p:nvPr/>
        </p:nvSpPr>
        <p:spPr>
          <a:xfrm>
            <a:off x="1133856" y="347472"/>
            <a:ext cx="804672" cy="384048"/>
          </a:xfrm>
          <a:prstGeom prst="rect">
            <a:avLst/>
          </a:prstGeom>
          <a:solidFill>
            <a:srgbClr val="2E7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process.py
</a:t>
            </a:r>
            <a:r>
              <a:rPr sz="700" b="0">
                <a:solidFill>
                  <a:srgbClr val="CCE8F4"/>
                </a:solidFill>
              </a:rPr>
              <a:t>Silhouette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6816" y="42062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9E"/>
                </a:solidFill>
              </a:rPr>
              <a:t>›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47472"/>
            <a:ext cx="804672" cy="384048"/>
          </a:xfrm>
          <a:prstGeom prst="rect">
            <a:avLst/>
          </a:prstGeom>
          <a:solidFill>
            <a:srgbClr val="2E7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vectorize.py
</a:t>
            </a:r>
            <a:r>
              <a:rPr sz="700" b="0">
                <a:solidFill>
                  <a:srgbClr val="CCE8F4"/>
                </a:solidFill>
              </a:rPr>
              <a:t>SVG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20624"/>
            <a:ext cx="128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D9E"/>
                </a:solidFill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3072384" y="347472"/>
            <a:ext cx="804672" cy="384048"/>
          </a:xfrm>
          <a:prstGeom prst="rect">
            <a:avLst/>
          </a:prstGeom>
          <a:solidFill>
            <a:srgbClr val="2E7D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800" b="1">
                <a:solidFill>
                  <a:srgbClr val="FFFFFF"/>
                </a:solidFill>
              </a:rPr>
              <a:t>export.py
</a:t>
            </a:r>
            <a:r>
              <a:rPr sz="700" b="0">
                <a:solidFill>
                  <a:srgbClr val="CCE8F4"/>
                </a:solidFill>
              </a:rPr>
              <a:t>Laser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4592" y="822960"/>
            <a:ext cx="4242816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" y="877824"/>
            <a:ext cx="42428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22222"/>
                </a:solidFill>
              </a:rPr>
              <a:t>Pi camera captures a JPEG → OpenCV undistorts and detects an ArUco marker for real-world scale → tool silhouette is extracted and expanded for foam clearance → vtracer converts the mask to SVG → dimensions are patched to mm for the laser cutter. All parameters live in config.py.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1773936"/>
            <a:ext cx="4242816" cy="9144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" y="1847088"/>
            <a:ext cx="691286" cy="20116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Python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9030" y="1847088"/>
            <a:ext cx="559612" cy="20116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OpenCV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61795" y="1847088"/>
            <a:ext cx="757123" cy="20116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Picamera2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2070" y="1847088"/>
            <a:ext cx="625449" cy="20116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vtracer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90671" y="1847088"/>
            <a:ext cx="954633" cy="20116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Raspberry 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4592" y="2103120"/>
            <a:ext cx="1020470" cy="201168"/>
          </a:xfrm>
          <a:prstGeom prst="rect">
            <a:avLst/>
          </a:prstGeom>
          <a:solidFill>
            <a:srgbClr val="1A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FFFFFF"/>
                </a:solidFill>
              </a:rPr>
              <a:t>ArUco Markers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